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PetPaw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Adoption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92608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•  February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508760" cy="329184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12848" y="3749040"/>
            <a:ext cx="1508760" cy="329184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3749040"/>
            <a:ext cx="1508760" cy="329184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41264" y="3749040"/>
            <a:ext cx="1508760" cy="329184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3749040"/>
            <a:ext cx="1508760" cy="329184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37490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457200"/>
            <a:ext cx="2103120" cy="420624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594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Shelter Listings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Pet Browsing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944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Favourites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💝  Donations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3749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Adoptions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914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PetPaw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212080" cy="1463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PetPaw?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platform connecting animal shelters with pet adopters. Users can browse pets, apply to adopt, message shelters, track applications, save favourites, and donate — all in one place.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234440"/>
            <a:ext cx="1005840" cy="1463040"/>
          </a:xfrm>
          <a:prstGeom prst="rect">
            <a:avLst/>
          </a:prstGeom>
          <a:solidFill>
            <a:srgbClr val="1E1B4B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325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2176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app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76288" y="1234440"/>
            <a:ext cx="1005840" cy="1463040"/>
          </a:xfrm>
          <a:prstGeom prst="rect">
            <a:avLst/>
          </a:prstGeom>
          <a:solidFill>
            <a:srgbClr val="1E1B4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1325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76288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76288" y="2176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91856" y="1234440"/>
            <a:ext cx="1005840" cy="1463040"/>
          </a:xfrm>
          <a:prstGeom prst="rect">
            <a:avLst/>
          </a:prstGeom>
          <a:solidFill>
            <a:srgbClr val="1E1B4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91856" y="1325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991856" y="1920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91856" y="2176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411480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pet adoption platform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with email confirmation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management &amp; pet listings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wishlist / favourites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platform (general + shelter)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1148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15468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with shelters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status tracker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Bootstrap 5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Supabase PostgreSQL backend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all user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 (11 pages):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•  shelters.html  •  shelter-detail.html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pet-detail.html  •  adopt.html  •  donate.html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my-adoptions.html  •  my-favorites.html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contact-shelter.html  •  login.html  •  register.html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main.js  •  style.css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Styling: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273552"/>
            <a:ext cx="1645920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1645920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602736"/>
            <a:ext cx="1645920" cy="256032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(ES6)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15968" y="2926080"/>
            <a:ext cx="502920" cy="0"/>
          </a:xfrm>
          <a:prstGeom prst="line">
            <a:avLst/>
          </a:prstGeom>
          <a:noFill/>
          <a:ln w="31750">
            <a:solidFill>
              <a:srgbClr val="FF6B6B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4297680" y="2743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3977640" cy="3749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51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BACKEND (Flask + Supabase)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(app.py):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1737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/api/pets  /api/shelters  /api/adoption-request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19751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/api/my-adoptions  /api/donations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/api/favorites  /api/messages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450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/auth/register  /auth/login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743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Tables: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29992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 •  pets  •  shelters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2369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adoption_requests  •  donations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 •  messages  •  species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Email/Password + JWT  •  RLS Policies on all tables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Modules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Shelter Management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listings + detail pages with all available pets &amp; contact button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Pet Browsing &amp; Adoption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14356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pet profiles, adoption form, and application submission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7889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515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Favourites / Wishlist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button saves pets instantly. Favorites page with animated cards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7889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71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My Adoptions Tracker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35584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bars: Gold=Pending, Teal=Approved, Red=Rejected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5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788920" cy="329184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71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💝  Donation Platform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35584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fund or shelter-specific. UPI / Card / Net Banking (simulated)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1B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71800"/>
            <a:ext cx="2788920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71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Contact / Messaging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335584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with shelter selector and bubble conversation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&amp; Security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(Supabase PostgreSQL)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060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profiles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User profile info synced from auth.users via trigger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User owns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pets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Pet listings with breed, age, image, shelter link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Public read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shelters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Shelter name, address, phone, email, logo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Public read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adoption_requests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Applications with status tracking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User owns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donations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Donation records (donor + optional shelter)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Auth users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favorites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User pet wishlist (unique user+pet)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User owns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messages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Chat messages between users &amp; shelters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Auth users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</a:rPr>
                        <a:t>species / breeds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DEE"/>
                          </a:solidFill>
                        </a:rPr>
                        <a:t>Animal species and breed catalogs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Public read</a:t>
                      </a:r>
                      <a:endParaRPr lang="en-US" sz="9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051560"/>
            <a:ext cx="3383280" cy="3749040"/>
          </a:xfrm>
          <a:prstGeom prst="rect">
            <a:avLst/>
          </a:prstGeom>
          <a:solidFill>
            <a:srgbClr val="1A0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1737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+ Password via Supabase Auth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0" y="19933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confirmation required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224942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tokens in localStorage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23560" y="2615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28895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RLS policies on all user tables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0" y="314553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profiles synced via DB trigger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69280" y="340156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Ownership enforced via user_id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23560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Guards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04164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check on all personal pages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0" y="42976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screen for unauthenticated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0" y="455371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 to login on actions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45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User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TECHNOLOGIES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44168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21B6"/>
                          </a:solidFill>
                        </a:rPr>
                        <a:t>HTML5 / CSS3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Latest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Page structure &amp; animations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21B6"/>
                          </a:solidFill>
                        </a:rPr>
                        <a:t>Bootstrap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5.3.3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Responsive layout &amp; components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21B6"/>
                          </a:solidFill>
                        </a:rPr>
                        <a:t>Font Awesome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6.5.1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Icons throughout the app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21B6"/>
                          </a:solidFill>
                        </a:rPr>
                        <a:t>Google Fonts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Latest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Fraunces + Plus Jakarta Sans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21B6"/>
                          </a:solidFill>
                        </a:rPr>
                        <a:t>JavaScript ES6+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Latest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Interactivity &amp; API calls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TECHNOLOGIES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44168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Python (Flask)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REST API server &amp; routing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Flask-CORS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Cross-origin request handling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Supabase Client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DB queries &amp; auth operations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PostgreSQL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Relational database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Supabase Auth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55"/>
                          </a:solidFill>
                        </a:rPr>
                        <a:t>Email/password + JWT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063240"/>
            <a:ext cx="8595360" cy="292608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3063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10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55848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Registered User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CA3AF"/>
                          </a:solidFill>
                        </a:rPr>
                        <a:t>Guest (Not Logged In)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5555"/>
                          </a:solidFill>
                        </a:rPr>
                        <a:t>Browse Pets &amp; Shelters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7A50"/>
                          </a:solidFill>
                        </a:rPr>
                        <a:t>✅ Full access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CA3AF"/>
                          </a:solidFill>
                        </a:rPr>
                        <a:t>✅ Full access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5555"/>
                          </a:solidFill>
                        </a:rPr>
                        <a:t>Adoption Application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7A50"/>
                          </a:solidFill>
                        </a:rPr>
                        <a:t>✅ Submit &amp; track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CA3AF"/>
                          </a:solidFill>
                        </a:rPr>
                        <a:t>🔒 Login required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5555"/>
                          </a:solidFill>
                        </a:rPr>
                        <a:t>Favourites / Wishlist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7A50"/>
                          </a:solidFill>
                        </a:rPr>
                        <a:t>✅ Save &amp; manage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CA3AF"/>
                          </a:solidFill>
                        </a:rPr>
                        <a:t>🔒 Login required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5555"/>
                          </a:solidFill>
                        </a:rPr>
                        <a:t>Donations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7A50"/>
                          </a:solidFill>
                        </a:rPr>
                        <a:t>✅ Donate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CA3AF"/>
                          </a:solidFill>
                        </a:rPr>
                        <a:t>🔒 Login required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5555"/>
                          </a:solidFill>
                        </a:rPr>
                        <a:t>Contact Shelter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7A50"/>
                          </a:solidFill>
                        </a:rPr>
                        <a:t>✅ Chat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CA3AF"/>
                          </a:solidFill>
                        </a:rPr>
                        <a:t>🔒 Login required</a:t>
                      </a:r>
                      <a:endParaRPr lang="en-US" sz="9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Roadmap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71600"/>
            <a:ext cx="502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4264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17190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confirmation + JWT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137160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0360" y="1371600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572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14264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47288" y="17190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favourite, adopt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48840"/>
            <a:ext cx="50292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50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22037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Chat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24963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14884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80360" y="2148840"/>
            <a:ext cx="5029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350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47288" y="22037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7288" y="24963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payment 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E855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926080"/>
            <a:ext cx="502920" cy="658368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27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2980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32735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80360" y="2926080"/>
            <a:ext cx="233172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80360" y="2926080"/>
            <a:ext cx="5029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0360" y="3127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47288" y="29809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47288" y="32735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Vibrant, responsive design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94960" y="1051560"/>
            <a:ext cx="3474720" cy="3749040"/>
          </a:xfrm>
          <a:prstGeom prst="rect">
            <a:avLst/>
          </a:prstGeom>
          <a:solidFill>
            <a:srgbClr val="0A0A2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ROADMAP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23560" y="1737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for shelter staff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3560" y="20116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Pet search &amp; filter (species, breed, age)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23560" y="22860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Reviews &amp; ratings for shelters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23560" y="25603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Profile page for users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77840" y="2880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23560" y="31546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(React Native)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23560" y="34290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payment gateway (Razorpay)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23560" y="37033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&amp; push notifications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23560" y="39776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ML-powered pet recommendations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4572000"/>
            <a:ext cx="4846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github.com/hemajanu04/pet-adoption-system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PetPaw - Pet Adoption Management System</dc:title>
  <dc:subject>PptxGenJS Presentation</dc:subject>
  <dc:creator>Project Team</dc:creator>
  <cp:lastModifiedBy>Project Team</cp:lastModifiedBy>
  <cp:revision>1</cp:revision>
  <dcterms:created xsi:type="dcterms:W3CDTF">2026-02-21T06:22:10Z</dcterms:created>
  <dcterms:modified xsi:type="dcterms:W3CDTF">2026-02-21T06:22:10Z</dcterms:modified>
</cp:coreProperties>
</file>